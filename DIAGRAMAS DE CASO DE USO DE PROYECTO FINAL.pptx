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487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941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6148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1956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8332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575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59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89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633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5084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4584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741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3292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43014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0471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2744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DF51A-71EC-4365-9379-8427BC8AB84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04CC479-8749-46C1-BBD4-11C057B18B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43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DIAGRAMAS DE CASO DE USO DE PROYECTO FINAL 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 smtClean="0"/>
              <a:t>TOP WEB </a:t>
            </a:r>
          </a:p>
          <a:p>
            <a:r>
              <a:rPr lang="es-ES" dirty="0" smtClean="0"/>
              <a:t>KARLA AZUCENA VAZQUEZ LARA </a:t>
            </a:r>
          </a:p>
          <a:p>
            <a:r>
              <a:rPr lang="es-ES" dirty="0" smtClean="0"/>
              <a:t>JACQUELINE VERA GOMEZ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80428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INTRODUCCIÓN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numCol="3"/>
          <a:lstStyle/>
          <a:p>
            <a:pPr algn="just"/>
            <a:r>
              <a:rPr lang="es-ES" dirty="0" smtClean="0"/>
              <a:t>EN ESTA ACTIVIDAD DEL PROYECTO FINAL DE SITIO WEB DE ENTRENAMIENTO EN LA VALIDACIÓN DE ENCONTRAR EL MEJOR ALGORITMO DE LOS DATOS DISTRIBUIDOS POR MEDIO DE U CLUSTER EN LA CUAL POR EL USUARIO TENEMOS TRES VISTA ADMINISTRADOR QUE SE ENCARGA DE TODO INVESTIGADOR QUE SON LAS GRAFICAS EN EL PORCENTAJE DE LA IMAGEN Y EL ESTUDIANTES LOS LOGROS EN LA CUAL ESTAN CONECTADOS PARA TENER UNA MAYOR CONMUNICACIÓN DE LA INTELIGENCIA ARTIFICIAL.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9918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DIAGRAMA DE CASO DE USO INVESTIGADOR 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9620" y="2092035"/>
            <a:ext cx="7598242" cy="462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910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DIAGRAMA DE CASO DE USO DEL ESTUDIANTE 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1895" y="1905000"/>
            <a:ext cx="5786622" cy="445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692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CONCLUSIÓN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LOS DIAGRAMAS OS AYUDAN A TENER LA LOGICA DE NUESTRO SISTEMA Y COMO ES SU FUNCIONAMIENTO DE CADA UNO DE ELLO QUE ES LO QUE HACE EN FUNCIONALIDAD COMO EN LA VIDA REAL 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8071" t="16415" r="46596" b="36860"/>
          <a:stretch/>
        </p:blipFill>
        <p:spPr>
          <a:xfrm>
            <a:off x="7431578" y="3333404"/>
            <a:ext cx="4458919" cy="331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661157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43</TotalTime>
  <Words>139</Words>
  <Application>Microsoft Office PowerPoint</Application>
  <PresentationFormat>Panorámica</PresentationFormat>
  <Paragraphs>10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Espiral</vt:lpstr>
      <vt:lpstr>DIAGRAMAS DE CASO DE USO DE PROYECTO FINAL </vt:lpstr>
      <vt:lpstr>INTRODUCCIÓN </vt:lpstr>
      <vt:lpstr>DIAGRAMA DE CASO DE USO INVESTIGADOR </vt:lpstr>
      <vt:lpstr>DIAGRAMA DE CASO DE USO DEL ESTUDIANTE 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DIAGRAMAS DE CASO DE USO DE PROYECTO FINAL</dc:title>
  <dc:creator>KARLA AZUCENA VAZQUEZ LARA</dc:creator>
  <cp:lastModifiedBy>KARLA AZUCENA VAZQUEZ LARA</cp:lastModifiedBy>
  <cp:revision>4</cp:revision>
  <dcterms:created xsi:type="dcterms:W3CDTF">2026-05-25T20:52:28Z</dcterms:created>
  <dcterms:modified xsi:type="dcterms:W3CDTF">2026-05-25T21:36:07Z</dcterms:modified>
</cp:coreProperties>
</file>